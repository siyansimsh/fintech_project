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3"/>
  </p:notesMasterIdLst>
  <p:handoutMasterIdLst>
    <p:handoutMasterId r:id="rId14"/>
  </p:handoutMasterIdLst>
  <p:sldIdLst>
    <p:sldId id="510" r:id="rId2"/>
    <p:sldId id="515" r:id="rId3"/>
    <p:sldId id="511" r:id="rId4"/>
    <p:sldId id="512" r:id="rId5"/>
    <p:sldId id="514" r:id="rId6"/>
    <p:sldId id="513" r:id="rId7"/>
    <p:sldId id="263" r:id="rId8"/>
    <p:sldId id="261" r:id="rId9"/>
    <p:sldId id="262" r:id="rId10"/>
    <p:sldId id="264" r:id="rId11"/>
    <p:sldId id="265" r:id="rId12"/>
  </p:sldIdLst>
  <p:sldSz cx="9144000" cy="6858000" type="screen4x3"/>
  <p:notesSz cx="7099300" cy="10234613"/>
  <p:defaultTextStyle>
    <a:defPPr>
      <a:defRPr lang="zh-TW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0099"/>
    <a:srgbClr val="0000FF"/>
    <a:srgbClr val="CCFFFF"/>
    <a:srgbClr val="66FFFF"/>
    <a:srgbClr val="FFFFCC"/>
    <a:srgbClr val="FFFF00"/>
    <a:srgbClr val="996633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5C4E34-35AA-41CA-9646-361D7AEED349}" v="22" dt="2025-11-29T19:02:08.9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80" autoAdjust="0"/>
    <p:restoredTop sz="95013" autoAdjust="0"/>
  </p:normalViewPr>
  <p:slideViewPr>
    <p:cSldViewPr>
      <p:cViewPr varScale="1">
        <p:scale>
          <a:sx n="82" d="100"/>
          <a:sy n="82" d="100"/>
        </p:scale>
        <p:origin x="1637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緯承 劉" userId="d05f52d61e2a2910" providerId="LiveId" clId="{B1C0EA44-6BD0-4059-BD8E-E9BC6683E1B8}"/>
    <pc:docChg chg="custSel addSld modSld sldOrd">
      <pc:chgData name="緯承 劉" userId="d05f52d61e2a2910" providerId="LiveId" clId="{B1C0EA44-6BD0-4059-BD8E-E9BC6683E1B8}" dt="2025-11-29T19:02:36.887" v="124" actId="478"/>
      <pc:docMkLst>
        <pc:docMk/>
      </pc:docMkLst>
      <pc:sldChg chg="addSp delSp modSp mod modTransition delAnim modAnim modNotesTx">
        <pc:chgData name="緯承 劉" userId="d05f52d61e2a2910" providerId="LiveId" clId="{B1C0EA44-6BD0-4059-BD8E-E9BC6683E1B8}" dt="2025-11-29T17:43:06.736" v="83" actId="20577"/>
        <pc:sldMkLst>
          <pc:docMk/>
          <pc:sldMk cId="0" sldId="261"/>
        </pc:sldMkLst>
        <pc:picChg chg="add del mod">
          <ac:chgData name="緯承 劉" userId="d05f52d61e2a2910" providerId="LiveId" clId="{B1C0EA44-6BD0-4059-BD8E-E9BC6683E1B8}" dt="2025-11-29T17:06:45.037" v="61" actId="478"/>
          <ac:picMkLst>
            <pc:docMk/>
            <pc:sldMk cId="0" sldId="261"/>
            <ac:picMk id="4" creationId="{CF95DFFB-15C1-77E1-0BC9-324C60FB9709}"/>
          </ac:picMkLst>
        </pc:picChg>
      </pc:sldChg>
      <pc:sldChg chg="addSp delSp modSp mod modTransition delAnim modAnim modNotesTx">
        <pc:chgData name="緯承 劉" userId="d05f52d61e2a2910" providerId="LiveId" clId="{B1C0EA44-6BD0-4059-BD8E-E9BC6683E1B8}" dt="2025-11-29T18:01:36.269" v="104" actId="478"/>
        <pc:sldMkLst>
          <pc:docMk/>
          <pc:sldMk cId="0" sldId="262"/>
        </pc:sldMkLst>
        <pc:picChg chg="add del mod">
          <ac:chgData name="緯承 劉" userId="d05f52d61e2a2910" providerId="LiveId" clId="{B1C0EA44-6BD0-4059-BD8E-E9BC6683E1B8}" dt="2025-11-29T18:01:36.269" v="104" actId="478"/>
          <ac:picMkLst>
            <pc:docMk/>
            <pc:sldMk cId="0" sldId="262"/>
            <ac:picMk id="4" creationId="{79271BF9-F95F-C648-4B7C-C504546E6E59}"/>
          </ac:picMkLst>
        </pc:picChg>
      </pc:sldChg>
      <pc:sldChg chg="modNotesTx">
        <pc:chgData name="緯承 劉" userId="d05f52d61e2a2910" providerId="LiveId" clId="{B1C0EA44-6BD0-4059-BD8E-E9BC6683E1B8}" dt="2025-11-29T17:48:18.741" v="85" actId="20577"/>
        <pc:sldMkLst>
          <pc:docMk/>
          <pc:sldMk cId="0" sldId="264"/>
        </pc:sldMkLst>
      </pc:sldChg>
      <pc:sldChg chg="modNotesTx">
        <pc:chgData name="緯承 劉" userId="d05f52d61e2a2910" providerId="LiveId" clId="{B1C0EA44-6BD0-4059-BD8E-E9BC6683E1B8}" dt="2025-11-29T17:51:36.205" v="102" actId="5793"/>
        <pc:sldMkLst>
          <pc:docMk/>
          <pc:sldMk cId="0" sldId="265"/>
        </pc:sldMkLst>
      </pc:sldChg>
      <pc:sldChg chg="addSp delSp modSp mod delAnim modAnim">
        <pc:chgData name="緯承 劉" userId="d05f52d61e2a2910" providerId="LiveId" clId="{B1C0EA44-6BD0-4059-BD8E-E9BC6683E1B8}" dt="2025-11-29T18:43:51.272" v="122" actId="478"/>
        <pc:sldMkLst>
          <pc:docMk/>
          <pc:sldMk cId="3769745581" sldId="510"/>
        </pc:sldMkLst>
        <pc:spChg chg="mod">
          <ac:chgData name="緯承 劉" userId="d05f52d61e2a2910" providerId="LiveId" clId="{B1C0EA44-6BD0-4059-BD8E-E9BC6683E1B8}" dt="2025-11-29T16:22:57.058" v="53" actId="1076"/>
          <ac:spMkLst>
            <pc:docMk/>
            <pc:sldMk cId="3769745581" sldId="510"/>
            <ac:spMk id="2" creationId="{DAE4C37F-3C9A-96FE-90F5-69847767228D}"/>
          </ac:spMkLst>
        </pc:spChg>
        <pc:spChg chg="mod">
          <ac:chgData name="緯承 劉" userId="d05f52d61e2a2910" providerId="LiveId" clId="{B1C0EA44-6BD0-4059-BD8E-E9BC6683E1B8}" dt="2025-11-29T16:23:00.410" v="54" actId="1076"/>
          <ac:spMkLst>
            <pc:docMk/>
            <pc:sldMk cId="3769745581" sldId="510"/>
            <ac:spMk id="3" creationId="{249717F9-98A4-0889-2F9D-931B9176A860}"/>
          </ac:spMkLst>
        </pc:spChg>
        <pc:picChg chg="add del mod">
          <ac:chgData name="緯承 劉" userId="d05f52d61e2a2910" providerId="LiveId" clId="{B1C0EA44-6BD0-4059-BD8E-E9BC6683E1B8}" dt="2025-11-29T17:27:08.469" v="63" actId="478"/>
          <ac:picMkLst>
            <pc:docMk/>
            <pc:sldMk cId="3769745581" sldId="510"/>
            <ac:picMk id="6" creationId="{7D338294-AAD0-156B-E747-BF0195349D88}"/>
          </ac:picMkLst>
        </pc:picChg>
        <pc:picChg chg="add del mod">
          <ac:chgData name="緯承 劉" userId="d05f52d61e2a2910" providerId="LiveId" clId="{B1C0EA44-6BD0-4059-BD8E-E9BC6683E1B8}" dt="2025-11-29T18:27:08.387" v="108" actId="478"/>
          <ac:picMkLst>
            <pc:docMk/>
            <pc:sldMk cId="3769745581" sldId="510"/>
            <ac:picMk id="7" creationId="{1BED33A9-63F5-8876-68AE-45936A9F5D03}"/>
          </ac:picMkLst>
        </pc:picChg>
        <pc:picChg chg="add del mod">
          <ac:chgData name="緯承 劉" userId="d05f52d61e2a2910" providerId="LiveId" clId="{B1C0EA44-6BD0-4059-BD8E-E9BC6683E1B8}" dt="2025-11-29T18:43:51.272" v="122" actId="478"/>
          <ac:picMkLst>
            <pc:docMk/>
            <pc:sldMk cId="3769745581" sldId="510"/>
            <ac:picMk id="8" creationId="{D6290007-74B4-2294-A95B-47695FAB197B}"/>
          </ac:picMkLst>
        </pc:picChg>
        <pc:picChg chg="add del mod">
          <ac:chgData name="緯承 劉" userId="d05f52d61e2a2910" providerId="LiveId" clId="{B1C0EA44-6BD0-4059-BD8E-E9BC6683E1B8}" dt="2025-11-29T16:32:35.147" v="57" actId="478"/>
          <ac:picMkLst>
            <pc:docMk/>
            <pc:sldMk cId="3769745581" sldId="510"/>
            <ac:picMk id="18" creationId="{825ADB85-9216-C6F2-0EFB-ECFD64EA6929}"/>
          </ac:picMkLst>
        </pc:picChg>
      </pc:sldChg>
      <pc:sldChg chg="addSp delSp modSp mod modTransition delAnim modAnim">
        <pc:chgData name="緯承 劉" userId="d05f52d61e2a2910" providerId="LiveId" clId="{B1C0EA44-6BD0-4059-BD8E-E9BC6683E1B8}" dt="2025-11-29T18:23:34.343" v="106" actId="478"/>
        <pc:sldMkLst>
          <pc:docMk/>
          <pc:sldMk cId="3439712325" sldId="511"/>
        </pc:sldMkLst>
        <pc:picChg chg="add del mod">
          <ac:chgData name="緯承 劉" userId="d05f52d61e2a2910" providerId="LiveId" clId="{B1C0EA44-6BD0-4059-BD8E-E9BC6683E1B8}" dt="2025-11-29T18:23:34.343" v="106" actId="478"/>
          <ac:picMkLst>
            <pc:docMk/>
            <pc:sldMk cId="3439712325" sldId="511"/>
            <ac:picMk id="6" creationId="{BBD96083-2FEE-6A50-4EC4-B299008BD74E}"/>
          </ac:picMkLst>
        </pc:picChg>
        <pc:picChg chg="add del mod">
          <ac:chgData name="緯承 劉" userId="d05f52d61e2a2910" providerId="LiveId" clId="{B1C0EA44-6BD0-4059-BD8E-E9BC6683E1B8}" dt="2025-11-29T16:31:58.284" v="56"/>
          <ac:picMkLst>
            <pc:docMk/>
            <pc:sldMk cId="3439712325" sldId="511"/>
            <ac:picMk id="10" creationId="{DA92183F-A79D-77FE-7963-D1067E43CE2B}"/>
          </ac:picMkLst>
        </pc:picChg>
      </pc:sldChg>
      <pc:sldChg chg="modSp mod">
        <pc:chgData name="緯承 劉" userId="d05f52d61e2a2910" providerId="LiveId" clId="{B1C0EA44-6BD0-4059-BD8E-E9BC6683E1B8}" dt="2025-11-29T17:39:40.637" v="75" actId="20577"/>
        <pc:sldMkLst>
          <pc:docMk/>
          <pc:sldMk cId="3393873456" sldId="512"/>
        </pc:sldMkLst>
        <pc:spChg chg="mod">
          <ac:chgData name="緯承 劉" userId="d05f52d61e2a2910" providerId="LiveId" clId="{B1C0EA44-6BD0-4059-BD8E-E9BC6683E1B8}" dt="2025-11-29T17:39:40.637" v="75" actId="20577"/>
          <ac:spMkLst>
            <pc:docMk/>
            <pc:sldMk cId="3393873456" sldId="512"/>
            <ac:spMk id="3" creationId="{3995E91D-C53D-5805-B643-EB0D23BBE1E0}"/>
          </ac:spMkLst>
        </pc:spChg>
      </pc:sldChg>
      <pc:sldChg chg="modSp mod modNotesTx">
        <pc:chgData name="緯承 劉" userId="d05f52d61e2a2910" providerId="LiveId" clId="{B1C0EA44-6BD0-4059-BD8E-E9BC6683E1B8}" dt="2025-11-29T18:33:15.475" v="118" actId="20577"/>
        <pc:sldMkLst>
          <pc:docMk/>
          <pc:sldMk cId="300319578" sldId="513"/>
        </pc:sldMkLst>
        <pc:spChg chg="mod">
          <ac:chgData name="緯承 劉" userId="d05f52d61e2a2910" providerId="LiveId" clId="{B1C0EA44-6BD0-4059-BD8E-E9BC6683E1B8}" dt="2025-11-29T18:33:15.475" v="118" actId="20577"/>
          <ac:spMkLst>
            <pc:docMk/>
            <pc:sldMk cId="300319578" sldId="513"/>
            <ac:spMk id="11" creationId="{E61BA1F5-93E5-8DC6-97A0-FD4671111A5D}"/>
          </ac:spMkLst>
        </pc:spChg>
      </pc:sldChg>
      <pc:sldChg chg="ord modNotesTx">
        <pc:chgData name="緯承 劉" userId="d05f52d61e2a2910" providerId="LiveId" clId="{B1C0EA44-6BD0-4059-BD8E-E9BC6683E1B8}" dt="2025-11-29T18:36:42.743" v="120"/>
        <pc:sldMkLst>
          <pc:docMk/>
          <pc:sldMk cId="1439705394" sldId="514"/>
        </pc:sldMkLst>
      </pc:sldChg>
      <pc:sldChg chg="addSp delSp modSp add mod delAnim modAnim">
        <pc:chgData name="緯承 劉" userId="d05f52d61e2a2910" providerId="LiveId" clId="{B1C0EA44-6BD0-4059-BD8E-E9BC6683E1B8}" dt="2025-11-29T19:02:36.887" v="124" actId="478"/>
        <pc:sldMkLst>
          <pc:docMk/>
          <pc:sldMk cId="3806100936" sldId="515"/>
        </pc:sldMkLst>
        <pc:picChg chg="add del mod">
          <ac:chgData name="緯承 劉" userId="d05f52d61e2a2910" providerId="LiveId" clId="{B1C0EA44-6BD0-4059-BD8E-E9BC6683E1B8}" dt="2025-11-29T19:02:36.887" v="124" actId="478"/>
          <ac:picMkLst>
            <pc:docMk/>
            <pc:sldMk cId="3806100936" sldId="515"/>
            <ac:picMk id="6" creationId="{DD061127-D80E-887C-0EC1-0596D2272DB9}"/>
          </ac:picMkLst>
        </pc:picChg>
        <pc:picChg chg="add del mod">
          <ac:chgData name="緯承 劉" userId="d05f52d61e2a2910" providerId="LiveId" clId="{B1C0EA44-6BD0-4059-BD8E-E9BC6683E1B8}" dt="2025-11-29T16:32:39.635" v="58" actId="478"/>
          <ac:picMkLst>
            <pc:docMk/>
            <pc:sldMk cId="3806100936" sldId="515"/>
            <ac:picMk id="11" creationId="{237FFA8B-EB27-2659-96EF-7B7BFEAA99B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418" cy="511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61" tIns="47531" rIns="95061" bIns="47531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224" y="0"/>
            <a:ext cx="3076418" cy="511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61" tIns="47531" rIns="95061" bIns="475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8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319"/>
            <a:ext cx="3076418" cy="511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61" tIns="47531" rIns="95061" bIns="47531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8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224" y="9721319"/>
            <a:ext cx="3076418" cy="511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61" tIns="47531" rIns="95061" bIns="475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 smtClean="0">
                <a:latin typeface="Arial" charset="0"/>
              </a:defRPr>
            </a:lvl1pPr>
          </a:lstStyle>
          <a:p>
            <a:pPr>
              <a:defRPr/>
            </a:pPr>
            <a:fld id="{677A7FAE-C111-4FB9-A09D-7A881A31DE5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367047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418" cy="511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96" tIns="48249" rIns="96496" bIns="48249" numCol="1" anchor="t" anchorCtr="0" compatLnSpc="1">
            <a:prstTxWarp prst="textNoShape">
              <a:avLst/>
            </a:prstTxWarp>
          </a:bodyPr>
          <a:lstStyle>
            <a:lvl1pPr algn="l" defTabSz="965371" eaLnBrk="1" hangingPunct="1">
              <a:defRPr kumimoji="1" sz="1200" b="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24" y="0"/>
            <a:ext cx="3076418" cy="511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96" tIns="48249" rIns="96496" bIns="48249" numCol="1" anchor="t" anchorCtr="0" compatLnSpc="1">
            <a:prstTxWarp prst="textNoShape">
              <a:avLst/>
            </a:prstTxWarp>
          </a:bodyPr>
          <a:lstStyle>
            <a:lvl1pPr algn="r" defTabSz="965371" eaLnBrk="1" hangingPunct="1">
              <a:defRPr kumimoji="1" sz="1200" b="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9688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1092" y="4861482"/>
            <a:ext cx="5677118" cy="4604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96" tIns="48249" rIns="96496" bIns="482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319"/>
            <a:ext cx="3076418" cy="511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96" tIns="48249" rIns="96496" bIns="48249" numCol="1" anchor="b" anchorCtr="0" compatLnSpc="1">
            <a:prstTxWarp prst="textNoShape">
              <a:avLst/>
            </a:prstTxWarp>
          </a:bodyPr>
          <a:lstStyle>
            <a:lvl1pPr algn="l" defTabSz="965371" eaLnBrk="1" hangingPunct="1">
              <a:defRPr kumimoji="1" sz="1200" b="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24" y="9721319"/>
            <a:ext cx="3076418" cy="511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96" tIns="48249" rIns="96496" bIns="48249" numCol="1" anchor="b" anchorCtr="0" compatLnSpc="1">
            <a:prstTxWarp prst="textNoShape">
              <a:avLst/>
            </a:prstTxWarp>
          </a:bodyPr>
          <a:lstStyle>
            <a:lvl1pPr algn="r" defTabSz="965371" eaLnBrk="1" hangingPunct="1">
              <a:defRPr kumimoji="1" sz="1200" b="0" smtClean="0">
                <a:latin typeface="Arial" charset="0"/>
              </a:defRPr>
            </a:lvl1pPr>
          </a:lstStyle>
          <a:p>
            <a:pPr>
              <a:defRPr/>
            </a:pPr>
            <a:fld id="{15AC7A50-A44D-416D-912E-62D2B0A701D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73706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AC7A50-A44D-416D-912E-62D2B0A701DE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68582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AC7A50-A44D-416D-912E-62D2B0A701DE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25659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sz="1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AC7A50-A44D-416D-912E-62D2B0A701DE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58128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AC7A50-A44D-416D-912E-62D2B0A701DE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68326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AC7A50-A44D-416D-912E-62D2B0A701DE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54698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AC7A50-A44D-416D-912E-62D2B0A701DE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20910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AC7A50-A44D-416D-912E-62D2B0A701DE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7305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AC7A50-A44D-416D-912E-62D2B0A701DE}" type="slidenum">
              <a:rPr lang="en-US" altLang="zh-TW" smtClean="0"/>
              <a:pPr>
                <a:defRPr/>
              </a:pPr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45717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b="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2652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4180003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rgbClr val="0000FF"/>
              </a:buClr>
              <a:buFont typeface="Wingdings" panose="05000000000000000000" pitchFamily="2" charset="2"/>
              <a:buChar char="l"/>
              <a:defRPr/>
            </a:lvl1pPr>
            <a:lvl2pPr marL="742950" indent="-285750">
              <a:buClr>
                <a:srgbClr val="FF0000"/>
              </a:buClr>
              <a:buFont typeface="Wingdings" panose="05000000000000000000" pitchFamily="2" charset="2"/>
              <a:buChar char="l"/>
              <a:defRPr/>
            </a:lvl2pPr>
            <a:lvl3pPr>
              <a:buClr>
                <a:srgbClr val="FFC000"/>
              </a:buClr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dirty="0"/>
              <a:t>p. </a:t>
            </a:r>
            <a:fld id="{523F0288-7717-4355-8133-C912C36E92A6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C72383-CD88-4D1E-9515-65AB9390E365}" type="datetime1">
              <a:rPr lang="zh-TW" altLang="en-US" smtClean="0"/>
              <a:t>2025/11/30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9456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07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685800" y="6400800"/>
            <a:ext cx="792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7388" y="219075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772400" cy="5122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6419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2950" y="6524625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latin typeface="+mn-lt"/>
              </a:defRPr>
            </a:lvl1pPr>
          </a:lstStyle>
          <a:p>
            <a:pPr>
              <a:defRPr/>
            </a:pPr>
            <a:r>
              <a:rPr lang="en-US" altLang="zh-TW" dirty="0"/>
              <a:t>p. </a:t>
            </a:r>
            <a:fld id="{6B1E2F88-B623-495E-86F8-D9D71EEDF3C5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  <p:sp>
        <p:nvSpPr>
          <p:cNvPr id="26419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-266700" y="6553201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0" smtClean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fld id="{C3968357-0898-415A-A947-2098C8974727}" type="datetime1">
              <a:rPr lang="zh-TW" altLang="en-US" smtClean="0"/>
              <a:t>2025/11/30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4" r:id="rId2"/>
    <p:sldLayoutId id="2147483675" r:id="rId3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ahoma" pitchFamily="34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l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9801"/>
        </a:buClr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0F60A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92D050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>
            <a:lumMod val="40000"/>
            <a:lumOff val="60000"/>
          </a:schemeClr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5"/>
        </a:buBlip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5"/>
        </a:buBlip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5"/>
        </a:buBlip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5"/>
        </a:buBlip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E4C37F-3C9A-96FE-90F5-698477672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0"/>
            <a:ext cx="7772400" cy="762000"/>
          </a:xfrm>
        </p:spPr>
        <p:txBody>
          <a:bodyPr/>
          <a:lstStyle/>
          <a:p>
            <a:r>
              <a:rPr lang="en-US" altLang="zh-TW" dirty="0"/>
              <a:t>Random Forest Model</a:t>
            </a:r>
            <a:br>
              <a:rPr lang="en-US" altLang="zh-TW" dirty="0"/>
            </a:b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9717F9-98A4-0889-2F9D-931B9176A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429000"/>
            <a:ext cx="7772400" cy="5122862"/>
          </a:xfrm>
        </p:spPr>
        <p:txBody>
          <a:bodyPr/>
          <a:lstStyle/>
          <a:p>
            <a:pPr marL="0" indent="0" algn="ctr">
              <a:buNone/>
            </a:pPr>
            <a:r>
              <a:rPr lang="zh-TW" altLang="en-US" dirty="0"/>
              <a:t>通訊碩二 劉緯承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760078-FF89-C8C0-8801-4243AD79F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p. </a:t>
            </a:r>
            <a:fld id="{523F0288-7717-4355-8133-C912C36E92A6}" type="slidenum">
              <a:rPr lang="en-US" altLang="zh-TW" smtClean="0"/>
              <a:pPr>
                <a:defRPr/>
              </a:pPr>
              <a:t>1</a:t>
            </a:fld>
            <a:endParaRPr lang="en-US" altLang="zh-TW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FADEEA1-10B2-4C88-5012-4785A360856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91C72383-CD88-4D1E-9515-65AB9390E365}" type="datetime1">
              <a:rPr lang="zh-TW" altLang="en-US" smtClean="0"/>
              <a:t>2025/11/30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69745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37"/>
    </mc:Choice>
    <mc:Fallback xmlns="">
      <p:transition spd="slow" advTm="953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6C236-603D-1868-306D-25BBFAB83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9705DF-BCDC-2552-5127-FE60582F6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9B28DD-B17B-D048-C9E8-819CB1B32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06893"/>
            <a:ext cx="7772400" cy="5122862"/>
          </a:xfrm>
        </p:spPr>
        <p:txBody>
          <a:bodyPr/>
          <a:lstStyle/>
          <a:p>
            <a:r>
              <a:rPr lang="en-US" altLang="zh-TW" dirty="0"/>
              <a:t>Random Forest Model Introduction</a:t>
            </a:r>
          </a:p>
          <a:p>
            <a:r>
              <a:rPr lang="en-US" altLang="zh-TW" dirty="0"/>
              <a:t>Model Evaluation</a:t>
            </a:r>
          </a:p>
          <a:p>
            <a:r>
              <a:rPr lang="en-US" altLang="zh-TW" dirty="0"/>
              <a:t>Threshold Sensitivity Analysis</a:t>
            </a:r>
          </a:p>
          <a:p>
            <a:r>
              <a:rPr lang="en-US" altLang="zh-TW" dirty="0"/>
              <a:t>Threshold Performance Comparison</a:t>
            </a:r>
          </a:p>
          <a:p>
            <a:r>
              <a:rPr lang="en-US" altLang="zh-TW" dirty="0"/>
              <a:t>Confusion Matrix</a:t>
            </a:r>
          </a:p>
          <a:p>
            <a:r>
              <a:rPr lang="en-US" altLang="zh-TW" dirty="0"/>
              <a:t>ROC Curve</a:t>
            </a:r>
          </a:p>
          <a:p>
            <a:r>
              <a:rPr lang="en-US" altLang="zh-TW" dirty="0"/>
              <a:t>SHAP Feature Importance</a:t>
            </a:r>
          </a:p>
          <a:p>
            <a:r>
              <a:rPr lang="en-US" altLang="zh-TW" dirty="0"/>
              <a:t>SHAP Summary Plot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2F5989-2550-3ED2-8ABF-DA8389BCFB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p. </a:t>
            </a:r>
            <a:fld id="{523F0288-7717-4355-8133-C912C36E92A6}" type="slidenum">
              <a:rPr lang="en-US" altLang="zh-TW" smtClean="0"/>
              <a:pPr>
                <a:defRPr/>
              </a:pPr>
              <a:t>2</a:t>
            </a:fld>
            <a:endParaRPr lang="en-US" altLang="zh-TW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8F927E6-A44D-D5D0-A263-3C0997E0896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91C72383-CD88-4D1E-9515-65AB9390E365}" type="datetime1">
              <a:rPr lang="zh-TW" altLang="en-US" smtClean="0"/>
              <a:t>2025/11/30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0610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05"/>
    </mc:Choice>
    <mc:Fallback xmlns="">
      <p:transition spd="slow" advTm="270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A8C792-A297-D884-386E-7D6160555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Random Forest Model (1/2)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8255F6-FA35-6BB6-67F1-23D83FA9D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8" y="1177131"/>
            <a:ext cx="7772400" cy="5122862"/>
          </a:xfrm>
        </p:spPr>
        <p:txBody>
          <a:bodyPr/>
          <a:lstStyle/>
          <a:p>
            <a:r>
              <a:rPr kumimoji="1" lang="en-US" altLang="zh-TW" sz="2200" dirty="0"/>
              <a:t>Core Concepts:</a:t>
            </a:r>
          </a:p>
          <a:p>
            <a:pPr lvl="1"/>
            <a:r>
              <a:rPr lang="en-US" altLang="zh-TW" sz="2200" dirty="0"/>
              <a:t>Bagging through numerous decision trees to form an ensemble model</a:t>
            </a:r>
          </a:p>
          <a:p>
            <a:pPr lvl="1"/>
            <a:r>
              <a:rPr lang="en-US" altLang="zh-TW" sz="2200" dirty="0"/>
              <a:t>Building trees using random feature subsets reduces variation and avoids overfitting</a:t>
            </a:r>
          </a:p>
          <a:p>
            <a:pPr lvl="1"/>
            <a:endParaRPr kumimoji="1" lang="zh-TW" altLang="en-US" sz="2200" dirty="0"/>
          </a:p>
          <a:p>
            <a:r>
              <a:rPr lang="en-US" altLang="zh-TW" sz="2200" dirty="0"/>
              <a:t>Model characteristics:</a:t>
            </a:r>
          </a:p>
          <a:p>
            <a:pPr lvl="1"/>
            <a:r>
              <a:rPr lang="en-US" altLang="zh-TW" sz="2200" dirty="0"/>
              <a:t>No feature scaling required (Scale-Invariant)</a:t>
            </a:r>
          </a:p>
          <a:p>
            <a:pPr lvl="1"/>
            <a:r>
              <a:rPr lang="en-US" sz="2200" dirty="0"/>
              <a:t>Capable of handling highly nonlinearity and feature interactions</a:t>
            </a:r>
          </a:p>
          <a:p>
            <a:pPr lvl="1"/>
            <a:r>
              <a:rPr lang="en-US" sz="2200" dirty="0"/>
              <a:t>Robust against outliers and noise</a:t>
            </a:r>
            <a:endParaRPr sz="2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3FCC47-C670-723A-7DCC-B2753EBD80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p. </a:t>
            </a:r>
            <a:fld id="{523F0288-7717-4355-8133-C912C36E92A6}" type="slidenum">
              <a:rPr lang="en-US" altLang="zh-TW" smtClean="0"/>
              <a:pPr>
                <a:defRPr/>
              </a:pPr>
              <a:t>3</a:t>
            </a:fld>
            <a:endParaRPr lang="en-US" altLang="zh-TW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80467DE-4F5F-ED45-D44E-514F595ECAD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91C72383-CD88-4D1E-9515-65AB9390E365}" type="datetime1">
              <a:rPr lang="zh-TW" altLang="en-US" smtClean="0"/>
              <a:t>2025/11/30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39712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8533"/>
    </mc:Choice>
    <mc:Fallback xmlns="">
      <p:transition spd="slow" advTm="31853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791914-567B-847D-99D1-7D646992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Random Forest Model (2/2)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95E91D-C53D-5805-B643-EB0D23BBE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96962"/>
            <a:ext cx="7924800" cy="5656263"/>
          </a:xfrm>
        </p:spPr>
        <p:txBody>
          <a:bodyPr/>
          <a:lstStyle/>
          <a:p>
            <a:r>
              <a:rPr lang="en-US" sz="2200" dirty="0"/>
              <a:t>Reasons for use (advantages):</a:t>
            </a:r>
          </a:p>
          <a:p>
            <a:pPr lvl="1"/>
            <a:r>
              <a:rPr lang="en-US" sz="2200" dirty="0"/>
              <a:t>Financial data is highly non-linear; Random Forest can capture complex risk patterns.</a:t>
            </a:r>
          </a:p>
          <a:p>
            <a:pPr lvl="1"/>
            <a:r>
              <a:rPr lang="en-US" sz="2200" dirty="0"/>
              <a:t>Built-in feature importance, which improves model interpretability (when paired with SHAP).</a:t>
            </a:r>
          </a:p>
          <a:p>
            <a:pPr lvl="1"/>
            <a:r>
              <a:rPr lang="en-US" sz="2200" dirty="0"/>
              <a:t>Effectively handles imbalanced data</a:t>
            </a:r>
          </a:p>
          <a:p>
            <a:pPr lvl="1"/>
            <a:endParaRPr lang="en-US" sz="2200" dirty="0"/>
          </a:p>
          <a:p>
            <a:r>
              <a:rPr lang="en-US" altLang="zh-TW" sz="2200" dirty="0"/>
              <a:t>Model parameter settings</a:t>
            </a:r>
          </a:p>
          <a:p>
            <a:pPr lvl="1"/>
            <a:r>
              <a:rPr lang="en-US" altLang="zh-TW" sz="2200" dirty="0"/>
              <a:t>n_estimators = 200</a:t>
            </a:r>
          </a:p>
          <a:p>
            <a:pPr lvl="1"/>
            <a:r>
              <a:rPr lang="en-US" sz="2200" dirty="0"/>
              <a:t>max_depth = 10</a:t>
            </a:r>
          </a:p>
          <a:p>
            <a:pPr lvl="1"/>
            <a:r>
              <a:rPr lang="en-US" sz="2200" dirty="0"/>
              <a:t>class_weight = 'balanced’</a:t>
            </a:r>
          </a:p>
          <a:p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5E37D7-412B-1FA9-9E07-15F4768AA8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p. </a:t>
            </a:r>
            <a:fld id="{523F0288-7717-4355-8133-C912C36E92A6}" type="slidenum">
              <a:rPr lang="en-US" altLang="zh-TW" smtClean="0"/>
              <a:pPr>
                <a:defRPr/>
              </a:pPr>
              <a:t>4</a:t>
            </a:fld>
            <a:endParaRPr lang="en-US" altLang="zh-TW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E90D9F8-4AD1-2897-E3A9-47187F4ED19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91C72383-CD88-4D1E-9515-65AB9390E365}" type="datetime1">
              <a:rPr lang="zh-TW" altLang="en-US" smtClean="0"/>
              <a:t>2025/11/30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393873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D5B846-15CE-FEED-D7DC-28947B49E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Threshold Sensitivity Analysis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8D7E59-93B0-B379-7D8C-56F82E1D4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p. </a:t>
            </a:r>
            <a:fld id="{523F0288-7717-4355-8133-C912C36E92A6}" type="slidenum">
              <a:rPr lang="en-US" altLang="zh-TW" smtClean="0"/>
              <a:pPr>
                <a:defRPr/>
              </a:pPr>
              <a:t>5</a:t>
            </a:fld>
            <a:endParaRPr lang="en-US" altLang="zh-TW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B34A1EF-2582-D370-3796-CF1E075E92E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91C72383-CD88-4D1E-9515-65AB9390E365}" type="datetime1">
              <a:rPr lang="zh-TW" altLang="en-US" smtClean="0"/>
              <a:t>2025/11/30</a:t>
            </a:fld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DC97DB5-83F2-33F8-70B3-8A8689C88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000" y="4017319"/>
            <a:ext cx="6300000" cy="169411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DB697C9B-643B-A67A-E142-EF8724845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9576"/>
            <a:ext cx="7924800" cy="2099242"/>
          </a:xfrm>
        </p:spPr>
        <p:txBody>
          <a:bodyPr/>
          <a:lstStyle/>
          <a:p>
            <a:r>
              <a:rPr lang="en-US" altLang="zh-TW" sz="1800" dirty="0"/>
              <a:t>Threshold affects Recall–Precision tradeoff</a:t>
            </a:r>
          </a:p>
          <a:p>
            <a:endParaRPr lang="en-US" altLang="zh-TW" sz="1800" dirty="0"/>
          </a:p>
          <a:p>
            <a:r>
              <a:rPr lang="en-US" altLang="zh-TW" sz="1800" dirty="0"/>
              <a:t>Lower thresholds increase Recall but reduce Precision</a:t>
            </a:r>
          </a:p>
          <a:p>
            <a:endParaRPr lang="en-US" altLang="zh-TW" sz="1800" dirty="0"/>
          </a:p>
          <a:p>
            <a:r>
              <a:rPr lang="en-US" sz="1800" dirty="0"/>
              <a:t>The model's task is to detect customers at risk of default (avoiding missed defaulters). We need high recall, but not unreasonably low precision. Therefore, threshold = 0.4 provides the most balanced result.</a:t>
            </a:r>
          </a:p>
        </p:txBody>
      </p:sp>
    </p:spTree>
    <p:extLst>
      <p:ext uri="{BB962C8B-B14F-4D97-AF65-F5344CB8AC3E}">
        <p14:creationId xmlns:p14="http://schemas.microsoft.com/office/powerpoint/2010/main" val="1439705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BC9CE6-06C6-1982-8A1F-A50428FC9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Model Evaluation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A649BC-86C5-37B5-62D2-E683E35332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p. </a:t>
            </a:r>
            <a:fld id="{523F0288-7717-4355-8133-C912C36E92A6}" type="slidenum">
              <a:rPr lang="en-US" altLang="zh-TW" smtClean="0"/>
              <a:pPr>
                <a:defRPr/>
              </a:pPr>
              <a:t>6</a:t>
            </a:fld>
            <a:endParaRPr lang="en-US" altLang="zh-TW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F074BF-DBF6-4774-EBED-782A1227220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91C72383-CD88-4D1E-9515-65AB9390E365}" type="datetime1">
              <a:rPr lang="zh-TW" altLang="en-US" smtClean="0"/>
              <a:t>2025/11/30</a:t>
            </a:fld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21D7990-E321-FDFC-9A77-D806103B4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147" y="3777685"/>
            <a:ext cx="6297706" cy="2278439"/>
          </a:xfrm>
          <a:prstGeom prst="rect">
            <a:avLst/>
          </a:prstGeom>
        </p:spPr>
      </p:pic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E61BA1F5-93E5-8DC6-97A0-FD4671111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29759"/>
            <a:ext cx="7924800" cy="2099242"/>
          </a:xfrm>
        </p:spPr>
        <p:txBody>
          <a:bodyPr/>
          <a:lstStyle/>
          <a:p>
            <a:r>
              <a:rPr lang="en-US" sz="1600" dirty="0"/>
              <a:t>The model's overall accuracy is 0.76. The adjusted threshold is 0.44. However, due to data imbalance, the accuracy does not fully reflect the true performance.</a:t>
            </a:r>
          </a:p>
          <a:p>
            <a:endParaRPr lang="en-US" sz="1600" dirty="0"/>
          </a:p>
          <a:p>
            <a:r>
              <a:rPr lang="en-US" sz="1600" dirty="0"/>
              <a:t>It is necessary to observe the precision/recall performance of class1 (defaulters).</a:t>
            </a:r>
          </a:p>
          <a:p>
            <a:pPr lvl="1"/>
            <a:r>
              <a:rPr lang="en-US" sz="1600" dirty="0"/>
              <a:t>Precision = 0.46 indicates that only 46% of those predicted to default actually default – a high false positive rate.</a:t>
            </a:r>
          </a:p>
          <a:p>
            <a:pPr lvl="1"/>
            <a:r>
              <a:rPr lang="en-US" sz="1600" dirty="0"/>
              <a:t>Recall = 0.61: The model can detect approximately 61% of defaulters.</a:t>
            </a:r>
          </a:p>
          <a:p>
            <a:pPr lvl="1"/>
            <a:r>
              <a:rPr lang="en-US" sz="1600" dirty="0"/>
              <a:t>F1-score = 0.53: Achieving a basic balance between precision and recall.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0319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762000"/>
          </a:xfrm>
        </p:spPr>
        <p:txBody>
          <a:bodyPr/>
          <a:lstStyle/>
          <a:p>
            <a:r>
              <a:rPr dirty="0"/>
              <a:t>Model Performance at Different Thresholds</a:t>
            </a:r>
          </a:p>
        </p:txBody>
      </p:sp>
      <p:pic>
        <p:nvPicPr>
          <p:cNvPr id="3" name="Picture 2" descr="threshol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16" y="1371600"/>
            <a:ext cx="7225968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076325"/>
          </a:xfrm>
        </p:spPr>
        <p:txBody>
          <a:bodyPr/>
          <a:lstStyle/>
          <a:p>
            <a:r>
              <a:rPr dirty="0"/>
              <a:t>Confusion Matrix</a:t>
            </a:r>
          </a:p>
        </p:txBody>
      </p:sp>
      <p:pic>
        <p:nvPicPr>
          <p:cNvPr id="3" name="Picture 2" descr="confusion_matrix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447800"/>
            <a:ext cx="5943600" cy="4820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215"/>
    </mc:Choice>
    <mc:Fallback xmlns="">
      <p:transition spd="slow" advTm="5621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(AUC=0.7688)</a:t>
            </a:r>
          </a:p>
        </p:txBody>
      </p:sp>
      <p:pic>
        <p:nvPicPr>
          <p:cNvPr id="3" name="Picture 2" descr="roc_curve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447800"/>
            <a:ext cx="5943600" cy="4692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7964"/>
    </mc:Choice>
    <mc:Fallback xmlns="">
      <p:transition spd="slow" advTm="50796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SHAP Feature Importance</a:t>
            </a:r>
          </a:p>
        </p:txBody>
      </p:sp>
      <p:pic>
        <p:nvPicPr>
          <p:cNvPr id="3" name="Picture 2" descr="shap_importance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013870"/>
            <a:ext cx="4419600" cy="52654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 Summary Plot</a:t>
            </a:r>
          </a:p>
        </p:txBody>
      </p:sp>
      <p:pic>
        <p:nvPicPr>
          <p:cNvPr id="3" name="Picture 2" descr="shap_summary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232" y="1143000"/>
            <a:ext cx="4177536" cy="50805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YZU_VSVP">
  <a:themeElements>
    <a:clrScheme name="YZU_VSV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YZU_VSVP">
      <a:majorFont>
        <a:latin typeface="Tahoma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charset="-120"/>
          </a:defRPr>
        </a:defPPr>
      </a:lstStyle>
    </a:lnDef>
  </a:objectDefaults>
  <a:extraClrSchemeLst>
    <a:extraClrScheme>
      <a:clrScheme name="YZU_VSV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ZU_VSVP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YZU_VSVP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ZU_VSVP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ZU_VSV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ZU_VSV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ZU_VSV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16718</TotalTime>
  <Words>351</Words>
  <Application>Microsoft Office PowerPoint</Application>
  <PresentationFormat>如螢幕大小 (4:3)</PresentationFormat>
  <Paragraphs>68</Paragraphs>
  <Slides>11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Arial</vt:lpstr>
      <vt:lpstr>Tahoma</vt:lpstr>
      <vt:lpstr>Times New Roman</vt:lpstr>
      <vt:lpstr>Wingdings</vt:lpstr>
      <vt:lpstr>YZU_VSVP</vt:lpstr>
      <vt:lpstr>Random Forest Model </vt:lpstr>
      <vt:lpstr>Outline</vt:lpstr>
      <vt:lpstr>Random Forest Model (1/2)</vt:lpstr>
      <vt:lpstr>Random Forest Model (2/2)</vt:lpstr>
      <vt:lpstr>Threshold Sensitivity Analysis</vt:lpstr>
      <vt:lpstr>Model Evaluation</vt:lpstr>
      <vt:lpstr>Model Performance at Different Thresholds</vt:lpstr>
      <vt:lpstr>Confusion Matrix</vt:lpstr>
      <vt:lpstr>ROC Curve (AUC=0.7688)</vt:lpstr>
      <vt:lpstr>SHAP Feature Importance</vt:lpstr>
      <vt:lpstr>SHAP Summary Plot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VSPS</dc:creator>
  <cp:lastModifiedBy>緯承 劉</cp:lastModifiedBy>
  <cp:revision>902</cp:revision>
  <cp:lastPrinted>1601-01-01T00:00:00Z</cp:lastPrinted>
  <dcterms:created xsi:type="dcterms:W3CDTF">1601-01-01T00:00:00Z</dcterms:created>
  <dcterms:modified xsi:type="dcterms:W3CDTF">2025-11-29T19:02:39Z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